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355600" y="457200"/>
            <a:ext cx="3322574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BDE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 ENGINEERING CLUSTER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55600" y="754360"/>
            <a:ext cx="332257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Engineering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Ahead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55600" y="1721941"/>
            <a:ext cx="33225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of engineering metrics and the plan for the 2S domain over the coming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600" y="3124696"/>
            <a:ext cx="123745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355600" y="4216896"/>
            <a:ext cx="2665969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DE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 shaping the 2S domain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5600" y="5407620"/>
            <a:ext cx="3225800" cy="993080"/>
          </a:xfrm>
          <a:prstGeom prst="roundRect">
            <a:avLst>
              <a:gd name="adj" fmla="val 10231"/>
            </a:avLst>
          </a:prstGeom>
          <a:solidFill>
            <a:srgbClr val="00693F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" y="5585420"/>
            <a:ext cx="2956306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5831780"/>
            <a:ext cx="29563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D9F5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DevLake PoC confirms DORA metrics are already driving engineering decisions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2600" y="457200"/>
            <a:ext cx="771779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Pillars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2600" y="739080"/>
            <a:ext cx="771779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A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initiatives building one standardized engineering foundation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5775" y="1092696"/>
            <a:ext cx="3689350" cy="1121370"/>
          </a:xfrm>
          <a:prstGeom prst="roundRect">
            <a:avLst>
              <a:gd name="adj" fmla="val 7645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8650" y="12355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15" name="Text 13"/>
          <p:cNvSpPr/>
          <p:nvPr/>
        </p:nvSpPr>
        <p:spPr>
          <a:xfrm>
            <a:off x="4506218" y="128131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57750" y="1235571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Run Anywhere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7750" y="1456531"/>
            <a:ext cx="307403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environment-agnostic components deployable anywhere, anytime.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3075" y="1092696"/>
            <a:ext cx="3689350" cy="1121370"/>
          </a:xfrm>
          <a:prstGeom prst="roundRect">
            <a:avLst>
              <a:gd name="adj" fmla="val 7645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5950" y="12355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20" name="Text 18"/>
          <p:cNvSpPr/>
          <p:nvPr/>
        </p:nvSpPr>
        <p:spPr>
          <a:xfrm>
            <a:off x="8303518" y="128131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55050" y="1235571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UX on CORAS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55050" y="1456531"/>
            <a:ext cx="307403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design patterns on CORAS, with SSO via OIDC and OAuth.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5775" y="2322016"/>
            <a:ext cx="3689350" cy="1292820"/>
          </a:xfrm>
          <a:prstGeom prst="roundRect">
            <a:avLst>
              <a:gd name="adj" fmla="val 6631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8650" y="24648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25" name="Text 23"/>
          <p:cNvSpPr/>
          <p:nvPr/>
        </p:nvSpPr>
        <p:spPr>
          <a:xfrm>
            <a:off x="4506218" y="251063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7750" y="2464891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Orchestration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57750" y="2685852"/>
            <a:ext cx="307403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workflow capabilities on CORAS to automate business processes.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3075" y="2322016"/>
            <a:ext cx="3689350" cy="1292820"/>
          </a:xfrm>
          <a:prstGeom prst="roundRect">
            <a:avLst>
              <a:gd name="adj" fmla="val 6631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5950" y="246489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30" name="Text 28"/>
          <p:cNvSpPr/>
          <p:nvPr/>
        </p:nvSpPr>
        <p:spPr>
          <a:xfrm>
            <a:off x="8303518" y="2510631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55050" y="2464891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CI/CD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55050" y="2685852"/>
            <a:ext cx="30740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Dynatrace, ELK/Kibana logging, and pipelines with SAST, stress, pen and mutation testing for multiple safe deployments daily.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5775" y="3722787"/>
            <a:ext cx="3689350" cy="1292820"/>
          </a:xfrm>
          <a:prstGeom prst="roundRect">
            <a:avLst>
              <a:gd name="adj" fmla="val 6631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8650" y="38656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35" name="Text 33"/>
          <p:cNvSpPr/>
          <p:nvPr/>
        </p:nvSpPr>
        <p:spPr>
          <a:xfrm>
            <a:off x="4506218" y="3911402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57750" y="3865662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Automation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57750" y="4086622"/>
            <a:ext cx="307403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Terraform and Ansible, uniting Development and Production Support.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93075" y="3722787"/>
            <a:ext cx="3689350" cy="1292820"/>
          </a:xfrm>
          <a:prstGeom prst="roundRect">
            <a:avLst>
              <a:gd name="adj" fmla="val 6631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5950" y="38656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40" name="Text 38"/>
          <p:cNvSpPr/>
          <p:nvPr/>
        </p:nvSpPr>
        <p:spPr>
          <a:xfrm>
            <a:off x="8303518" y="3911402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55050" y="3865662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Analytics &amp; Documents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55050" y="4086622"/>
            <a:ext cx="30740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Factory pipelines, Superset dashboards, and stronger document management, analytics and archiving.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5775" y="5123557"/>
            <a:ext cx="3689350" cy="1121370"/>
          </a:xfrm>
          <a:prstGeom prst="roundRect">
            <a:avLst>
              <a:gd name="adj" fmla="val 7645"/>
            </a:avLst>
          </a:prstGeom>
          <a:solidFill>
            <a:srgbClr val="FBFBF8"/>
          </a:solidFill>
          <a:ln w="6350">
            <a:solidFill>
              <a:srgbClr val="E3EC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8650" y="526643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sp>
        <p:nvSpPr>
          <p:cNvPr id="45" name="Text 43"/>
          <p:cNvSpPr/>
          <p:nvPr/>
        </p:nvSpPr>
        <p:spPr>
          <a:xfrm>
            <a:off x="4506218" y="5312172"/>
            <a:ext cx="220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57750" y="5266432"/>
            <a:ext cx="307403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Metrics &amp; DORA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57750" y="5487392"/>
            <a:ext cx="307403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A5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branching and trunk strategy, validated by our DevLake proof of concept.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3075" y="5123557"/>
            <a:ext cx="3689350" cy="1121370"/>
          </a:xfrm>
          <a:prstGeom prst="roundRect">
            <a:avLst>
              <a:gd name="adj" fmla="val 7645"/>
            </a:avLst>
          </a:prstGeom>
          <a:solidFill>
            <a:srgbClr val="EAFBF3"/>
          </a:solidFill>
          <a:ln w="6350">
            <a:solidFill>
              <a:srgbClr val="BFE9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53723" y="5491857"/>
            <a:ext cx="1618853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006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Domain Engineering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48278" y="5711527"/>
            <a:ext cx="3068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One-Slider for CIB Engineering Cluster Head · [Date]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2S Engineering Roadmap — One Slider</dc:title>
  <dc:subject>PptxGenJS Presentation</dc:subject>
  <dc:creator>PptxGenJS</dc:creator>
  <cp:lastModifiedBy>PptxGenJS</cp:lastModifiedBy>
  <cp:revision>1</cp:revision>
  <dcterms:created xsi:type="dcterms:W3CDTF">2026-09-23T13:48:25Z</dcterms:created>
  <dcterms:modified xsi:type="dcterms:W3CDTF">2026-09-23T13:48:25Z</dcterms:modified>
</cp:coreProperties>
</file>