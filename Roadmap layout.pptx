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" name="Text 1"/>
          <p:cNvSpPr/>
          <p:nvPr/>
        </p:nvSpPr>
        <p:spPr>
          <a:xfrm>
            <a:off x="355600" y="457200"/>
            <a:ext cx="3322574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BDE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 ENGINEERING CLUSTER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55600" y="754360"/>
            <a:ext cx="332257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 Engineering</a:t>
            </a:r>
            <a:endParaRPr lang="en-US" sz="30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Ahead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55600" y="1721941"/>
            <a:ext cx="33225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F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of engineering metrics and the plan for the 2S domain over the coming months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5600" y="2919611"/>
            <a:ext cx="123745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355600" y="4011811"/>
            <a:ext cx="3322574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DE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platform-engineering enablers for the 2S domain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5600" y="5212060"/>
            <a:ext cx="3225800" cy="1188641"/>
          </a:xfrm>
          <a:prstGeom prst="roundRect">
            <a:avLst>
              <a:gd name="adj" fmla="val 8548"/>
            </a:avLst>
          </a:prstGeom>
          <a:solidFill>
            <a:srgbClr val="00693F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" y="5389860"/>
            <a:ext cx="2956306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5636220"/>
            <a:ext cx="2956306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D9F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platforms and contracts reduce duplicate effort and let every engineering team move faster, with less overhead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2600" y="457200"/>
            <a:ext cx="771779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Engineering Enablers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2600" y="739080"/>
            <a:ext cx="771779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A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practices building one standardized engineering foundation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5775" y="1092696"/>
            <a:ext cx="3683000" cy="1579860"/>
          </a:xfrm>
          <a:prstGeom prst="roundRect">
            <a:avLst>
              <a:gd name="adj" fmla="val 5426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1350" y="12482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15" name="Text 13"/>
          <p:cNvSpPr/>
          <p:nvPr/>
        </p:nvSpPr>
        <p:spPr>
          <a:xfrm>
            <a:off x="4518918" y="129401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0450" y="1248271"/>
            <a:ext cx="3041333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AI-Accelerated 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0450" y="1469231"/>
            <a:ext cx="304133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tools to accelerate coding, testing and documentation tasks.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9425" y="1092696"/>
            <a:ext cx="3683000" cy="1579860"/>
          </a:xfrm>
          <a:prstGeom prst="roundRect">
            <a:avLst>
              <a:gd name="adj" fmla="val 5426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5000" y="12482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20" name="Text 18"/>
          <p:cNvSpPr/>
          <p:nvPr/>
        </p:nvSpPr>
        <p:spPr>
          <a:xfrm>
            <a:off x="8322568" y="129401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74100" y="1248271"/>
            <a:ext cx="3041333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Platforms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74100" y="1469231"/>
            <a:ext cx="304133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platforms that let developers provision and manage resources without deep infra expertise.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5775" y="2793206"/>
            <a:ext cx="3683000" cy="1579860"/>
          </a:xfrm>
          <a:prstGeom prst="roundRect">
            <a:avLst>
              <a:gd name="adj" fmla="val 5426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1350" y="29487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25" name="Text 23"/>
          <p:cNvSpPr/>
          <p:nvPr/>
        </p:nvSpPr>
        <p:spPr>
          <a:xfrm>
            <a:off x="4518918" y="299452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0450" y="2948781"/>
            <a:ext cx="3041333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Libraries &amp; Templates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0450" y="3169741"/>
            <a:ext cx="304133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and using shared code libraries and templates to avoid duplication.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99425" y="2793206"/>
            <a:ext cx="3683000" cy="1579860"/>
          </a:xfrm>
          <a:prstGeom prst="roundRect">
            <a:avLst>
              <a:gd name="adj" fmla="val 5426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55000" y="29487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30" name="Text 28"/>
          <p:cNvSpPr/>
          <p:nvPr/>
        </p:nvSpPr>
        <p:spPr>
          <a:xfrm>
            <a:off x="8322568" y="299452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74100" y="2948781"/>
            <a:ext cx="3041333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Developer Portals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74100" y="3169741"/>
            <a:ext cx="304133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portals for documentation, service catalogs and developer self-service.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5775" y="4493716"/>
            <a:ext cx="3683000" cy="1751310"/>
          </a:xfrm>
          <a:prstGeom prst="roundRect">
            <a:avLst>
              <a:gd name="adj" fmla="val 4895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51350" y="464929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35" name="Text 33"/>
          <p:cNvSpPr/>
          <p:nvPr/>
        </p:nvSpPr>
        <p:spPr>
          <a:xfrm>
            <a:off x="4518918" y="469503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70450" y="4649291"/>
            <a:ext cx="3041333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Platforms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70450" y="4870252"/>
            <a:ext cx="304133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and maintaining internal platforms that enable other engineering teams to deliver faster.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99425" y="4493716"/>
            <a:ext cx="3683000" cy="1751310"/>
          </a:xfrm>
          <a:prstGeom prst="roundRect">
            <a:avLst>
              <a:gd name="adj" fmla="val 4895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55000" y="464929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40" name="Text 38"/>
          <p:cNvSpPr/>
          <p:nvPr/>
        </p:nvSpPr>
        <p:spPr>
          <a:xfrm>
            <a:off x="8322568" y="469503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74100" y="4649291"/>
            <a:ext cx="3041333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Contracts First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74100" y="4870252"/>
            <a:ext cx="304133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and agreeing API contracts first (e.g. OpenAPI / AsyncAPI) so teams build and integrate against a shared, versioned contract.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2S Engineering Roadmap — One Slider</dc:title>
  <dc:subject>PptxGenJS Presentation</dc:subject>
  <dc:creator>PptxGenJS</dc:creator>
  <cp:lastModifiedBy>PptxGenJS</cp:lastModifiedBy>
  <cp:revision>1</cp:revision>
  <dcterms:created xsi:type="dcterms:W3CDTF">2026-09-23T17:05:18Z</dcterms:created>
  <dcterms:modified xsi:type="dcterms:W3CDTF">2026-09-23T17:05:18Z</dcterms:modified>
</cp:coreProperties>
</file>